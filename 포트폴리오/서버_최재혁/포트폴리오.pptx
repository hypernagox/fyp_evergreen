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8" r:id="rId44"/>
    <p:sldId id="307" r:id="rId45"/>
    <p:sldId id="309" r:id="rId46"/>
    <p:sldId id="310" r:id="rId47"/>
    <p:sldId id="311" r:id="rId48"/>
    <p:sldId id="262" r:id="rId49"/>
    <p:sldId id="263" r:id="rId50"/>
    <p:sldId id="264" r:id="rId51"/>
    <p:sldId id="266" r:id="rId52"/>
    <p:sldId id="267" r:id="rId53"/>
    <p:sldId id="268" r:id="rId54"/>
    <p:sldId id="269" r:id="rId55"/>
    <p:sldId id="271" r:id="rId56"/>
    <p:sldId id="272" r:id="rId57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1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jpg"/><Relationship Id="rId4" Type="http://schemas.openxmlformats.org/officeDocument/2006/relationships/image" Target="../media/image50.jp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r>
              <a:rPr lang="en-US" altLang="ko-KR" dirty="0"/>
              <a:t>(</a:t>
            </a:r>
            <a:r>
              <a:rPr lang="ko-KR" altLang="en-US" dirty="0"/>
              <a:t>테두리 언급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6. view list + vector hash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542237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259558"/>
            <a:ext cx="9071640" cy="177254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640237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1A3ACA-A354-C75F-52F7-B8DE3F95E42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887" y="1131338"/>
            <a:ext cx="9071640" cy="32882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- MPSC </a:t>
            </a:r>
            <a:r>
              <a:rPr lang="ko-KR" altLang="en-US" dirty="0"/>
              <a:t>큐를 </a:t>
            </a:r>
            <a:r>
              <a:rPr lang="ko-KR" altLang="en-US" dirty="0" err="1"/>
              <a:t>락걸고</a:t>
            </a:r>
            <a:r>
              <a:rPr lang="ko-KR" altLang="en-US" dirty="0"/>
              <a:t> 성능측정 </a:t>
            </a:r>
            <a:r>
              <a:rPr lang="en-US" altLang="ko-KR" dirty="0"/>
              <a:t>… 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8A98C2-CB34-499F-494D-E008F24C5907}"/>
              </a:ext>
            </a:extLst>
          </p:cNvPr>
          <p:cNvSpPr txBox="1"/>
          <p:nvPr/>
        </p:nvSpPr>
        <p:spPr>
          <a:xfrm>
            <a:off x="1524000" y="2795588"/>
            <a:ext cx="4462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Vs </a:t>
            </a:r>
            <a:r>
              <a:rPr lang="en-US" altLang="ko-KR" dirty="0" err="1"/>
              <a:t>shared_from_this</a:t>
            </a:r>
            <a:r>
              <a:rPr lang="en-US" altLang="ko-KR" dirty="0"/>
              <a:t> </a:t>
            </a:r>
            <a:r>
              <a:rPr lang="ko-KR" altLang="en-US" dirty="0"/>
              <a:t>짤</a:t>
            </a:r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8" y="1137349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2B83A8-B482-E8A3-BEA8-5EE2128C0747}"/>
              </a:ext>
            </a:extLst>
          </p:cNvPr>
          <p:cNvSpPr txBox="1"/>
          <p:nvPr/>
        </p:nvSpPr>
        <p:spPr>
          <a:xfrm>
            <a:off x="1100138" y="2971800"/>
            <a:ext cx="3638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Vs std::function </a:t>
            </a:r>
            <a:r>
              <a:rPr lang="ko-KR" altLang="en-US" dirty="0"/>
              <a:t>짤</a:t>
            </a:r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63" y="518656"/>
            <a:ext cx="9071640" cy="609398"/>
          </a:xfrm>
        </p:spPr>
        <p:txBody>
          <a:bodyPr/>
          <a:lstStyle/>
          <a:p>
            <a:r>
              <a:rPr lang="en-US" altLang="ko-KR" dirty="0"/>
              <a:t>5. Cluster </a:t>
            </a:r>
            <a:r>
              <a:rPr lang="ko-KR" altLang="en-US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94462" y="1194236"/>
            <a:ext cx="9071640" cy="32882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BC2053-E488-0137-A76A-AFF10E11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68672"/>
            <a:ext cx="9071640" cy="221599"/>
          </a:xfrm>
        </p:spPr>
        <p:txBody>
          <a:bodyPr/>
          <a:lstStyle/>
          <a:p>
            <a:r>
              <a:rPr lang="en-US" altLang="ko-KR" sz="1600" dirty="0"/>
              <a:t>- </a:t>
            </a:r>
            <a:r>
              <a:rPr lang="ko-KR" altLang="en-US" sz="1600" dirty="0"/>
              <a:t>공간분할 로직이 적용된 서버의 반응속도가 압도적으로 빠르다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633F73E5-EA60-D153-6C52-7EA712B35A6F}"/>
              </a:ext>
            </a:extLst>
          </p:cNvPr>
          <p:cNvSpPr txBox="1">
            <a:spLocks/>
          </p:cNvSpPr>
          <p:nvPr/>
        </p:nvSpPr>
        <p:spPr>
          <a:xfrm>
            <a:off x="299213" y="150787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7295424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58644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+ vector hash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274212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성능을 위해 </a:t>
            </a:r>
            <a:r>
              <a:rPr lang="en-US" altLang="ko-KR" sz="1600" dirty="0"/>
              <a:t>Concurrency Visualizer</a:t>
            </a:r>
            <a:r>
              <a:rPr lang="ko-KR" altLang="en-US" sz="1600" dirty="0"/>
              <a:t>로 프로파일링 해본 결과 </a:t>
            </a:r>
            <a:r>
              <a:rPr lang="en-US" altLang="ko-KR" sz="1600" dirty="0"/>
              <a:t>Move</a:t>
            </a:r>
            <a:r>
              <a:rPr lang="ko-KR" altLang="en-US" sz="1600" dirty="0"/>
              <a:t>패킷 전달 시 발생하는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의 오버헤드가 가장 문제라고 판단하였다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하지만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함수는 내부 구현에 접근할 수 없어서 직접 최적화를 시도하는 것은 불가능하였다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따라서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의 호출 횟수를 줄이는 방향으로 접근하였고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각 </a:t>
            </a:r>
            <a:r>
              <a:rPr lang="en-US" altLang="ko-KR" sz="1600" dirty="0"/>
              <a:t>Player</a:t>
            </a:r>
            <a:r>
              <a:rPr lang="ko-KR" altLang="en-US" sz="16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를 호출하도록 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이 자료구조를 업데이트 할 때 순회와 검색이 둘 다 많이 발생하여 </a:t>
            </a:r>
            <a:r>
              <a:rPr lang="en-US" altLang="ko-KR" sz="1600" dirty="0"/>
              <a:t>std::vector</a:t>
            </a:r>
            <a:r>
              <a:rPr lang="ko-KR" altLang="en-US" sz="1600" dirty="0"/>
              <a:t>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unordered_map</a:t>
            </a:r>
            <a:r>
              <a:rPr lang="ko-KR" altLang="en-US" sz="1600" dirty="0"/>
              <a:t>을 조합한 커스텀 자료구조를 직접 제작하였다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D7A45D-E3B7-5537-58DF-494AA1909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894663"/>
            <a:ext cx="9071640" cy="609398"/>
          </a:xfrm>
        </p:spPr>
        <p:txBody>
          <a:bodyPr/>
          <a:lstStyle/>
          <a:p>
            <a:r>
              <a:rPr lang="en-US" altLang="ko-KR" dirty="0"/>
              <a:t>- Send </a:t>
            </a:r>
            <a:r>
              <a:rPr lang="ko-KR" altLang="en-US" dirty="0"/>
              <a:t>프로파일링 결과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AA8B5-A1E6-DE1C-FA9C-3068556A6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42" y="6828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- </a:t>
            </a:r>
            <a:r>
              <a:rPr lang="ko-KR" altLang="en-US" sz="1200" dirty="0"/>
              <a:t>시야리스트의 업데이트 방법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42BD652-C4E1-36E2-F53E-78F7D6546A0A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8588369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1744</TotalTime>
  <Words>4920</Words>
  <Application>Microsoft Office PowerPoint</Application>
  <PresentationFormat>사용자 지정</PresentationFormat>
  <Paragraphs>377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2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- 공간분할 로직이 적용된 서버의 반응속도가 압도적으로 빠르다.</vt:lpstr>
      <vt:lpstr>6. view list + vector hash</vt:lpstr>
      <vt:lpstr>- Send 프로파일링 결과</vt:lpstr>
      <vt:lpstr>- 시야리스트의 업데이트 방법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883</cp:revision>
  <dcterms:created xsi:type="dcterms:W3CDTF">2025-08-16T11:18:25Z</dcterms:created>
  <dcterms:modified xsi:type="dcterms:W3CDTF">2025-09-10T11:51:50Z</dcterms:modified>
  <dc:language>ko-KR</dc:language>
</cp:coreProperties>
</file>