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62" r:id="rId33"/>
    <p:sldId id="263" r:id="rId34"/>
    <p:sldId id="264" r:id="rId35"/>
    <p:sldId id="266" r:id="rId36"/>
    <p:sldId id="267" r:id="rId37"/>
    <p:sldId id="268" r:id="rId38"/>
    <p:sldId id="269" r:id="rId39"/>
    <p:sldId id="271" r:id="rId40"/>
    <p:sldId id="272" r:id="rId41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1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1. 자기소개 들어갈 자리</a:t>
            </a: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>
                <a:latin typeface="굴림"/>
              </a:rPr>
              <a:t>1. 신상정보</a:t>
            </a:r>
          </a:p>
          <a:p>
            <a:pPr algn="ctr"/>
            <a:r>
              <a:rPr lang="en-US" sz="3200" b="0" strike="noStrike" spc="-1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236727"/>
              </p:ext>
            </p:extLst>
          </p:nvPr>
        </p:nvGraphicFramePr>
        <p:xfrm>
          <a:off x="4108450" y="-45316"/>
          <a:ext cx="5803900" cy="539450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스레드 마다 특정 공간에 대한 자료구조를 각각 가지고 있게 하고</a:t>
            </a:r>
            <a:r>
              <a:rPr lang="en-US" altLang="ko-KR" dirty="0"/>
              <a:t>,</a:t>
            </a:r>
            <a:r>
              <a:rPr lang="ko-KR" altLang="en-US" dirty="0"/>
              <a:t> 해당 공간에 이벤트 발생 시  큐를 이용하여 해당 사실을 모든 스레드에게 알리고 각자 자신의 자료구조에 해당 사실을 업데이트 하게 함</a:t>
            </a:r>
            <a:r>
              <a:rPr lang="en-US" altLang="ko-KR" dirty="0"/>
              <a:t>. (</a:t>
            </a:r>
            <a:r>
              <a:rPr lang="ko-KR" altLang="en-US" dirty="0"/>
              <a:t>특정 공간에 대한 자료구조는 각각 가지고 있지만 컨테이너의 상황은 모든 스레드가 같게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순회에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있고</a:t>
            </a:r>
            <a:r>
              <a:rPr lang="en-US" altLang="ko-KR" dirty="0"/>
              <a:t>, </a:t>
            </a:r>
            <a:r>
              <a:rPr lang="ko-KR" altLang="en-US" dirty="0"/>
              <a:t>따라서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주변에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 또한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가능해짐</a:t>
            </a:r>
            <a:r>
              <a:rPr lang="en-US" altLang="ko-KR" dirty="0"/>
              <a:t> </a:t>
            </a:r>
            <a:r>
              <a:rPr lang="ko-KR" altLang="en-US" dirty="0"/>
              <a:t>그리고 </a:t>
            </a:r>
            <a:r>
              <a:rPr lang="en-US" altLang="ko-KR" dirty="0"/>
              <a:t>ID N</a:t>
            </a:r>
            <a:r>
              <a:rPr lang="ko-KR" altLang="en-US" dirty="0"/>
              <a:t>번 오브젝트를 찾아서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400" dirty="0"/>
              <a:t>가장 많이 하는 작업 인데도 불구하고 매우 비효율적으로 했어야 함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있음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468581"/>
            <a:ext cx="9072562" cy="1125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함</a:t>
            </a:r>
            <a:endParaRPr lang="en-US" altLang="ko-KR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심각해짐</a:t>
            </a:r>
            <a:endParaRPr lang="en-US" altLang="ko-KR" dirty="0"/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함</a:t>
            </a:r>
            <a:endParaRPr lang="en-US" altLang="ko-KR" dirty="0"/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 err="1"/>
              <a:t>락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프리큐처럼</a:t>
            </a:r>
            <a:r>
              <a:rPr lang="ko-KR" altLang="en-US" sz="1400" dirty="0"/>
              <a:t> 대중적인 </a:t>
            </a:r>
            <a:r>
              <a:rPr lang="ko-KR" altLang="en-US" sz="1400" dirty="0" err="1"/>
              <a:t>락</a:t>
            </a:r>
            <a:r>
              <a:rPr lang="ko-KR" altLang="en-US" sz="1400" dirty="0"/>
              <a:t> 프리 자료구조가 찾아서 안 </a:t>
            </a:r>
            <a:r>
              <a:rPr lang="ko-KR" altLang="en-US" sz="1400" dirty="0" err="1"/>
              <a:t>나올리가</a:t>
            </a:r>
            <a:r>
              <a:rPr lang="ko-KR" altLang="en-US" sz="1400" dirty="0"/>
              <a:t> 없음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보장됨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</a:t>
            </a:r>
            <a:r>
              <a:rPr lang="ko-KR" altLang="en-US" sz="1400" dirty="0" err="1"/>
              <a:t>신경쓰지</a:t>
            </a:r>
            <a:r>
              <a:rPr lang="ko-KR" altLang="en-US" sz="1400" dirty="0"/>
              <a:t>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 Free</a:t>
            </a:r>
            <a:r>
              <a:rPr lang="ko-KR" altLang="en-US" sz="1400" dirty="0"/>
              <a:t>큐는 찾아서 나오지 않았음</a:t>
            </a:r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</a:t>
            </a:r>
            <a:r>
              <a:rPr lang="ko-KR" altLang="en-US" sz="1600" dirty="0" err="1"/>
              <a:t>하지만</a:t>
            </a:r>
            <a:r>
              <a:rPr lang="ko-KR" altLang="en-US" sz="1600" dirty="0"/>
              <a:t>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6837" y="1121813"/>
            <a:ext cx="9071640" cy="11451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87" y="1277937"/>
            <a:ext cx="6962775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253288" y="4086226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lnSpcReduction="10000"/>
          </a:bodyPr>
          <a:lstStyle/>
          <a:p>
            <a:pPr>
              <a:buAutoNum type="arabicPeriod"/>
            </a:pPr>
            <a:r>
              <a:rPr lang="ko-KR" altLang="en-US" sz="1200" dirty="0"/>
              <a:t>컨텐츠 부분에서 특정 패킷에 대응되는 이벤트들을 정의하고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배열에 </a:t>
            </a:r>
            <a:r>
              <a:rPr lang="ko-KR" altLang="en-US" sz="1200" dirty="0" err="1"/>
              <a:t>함수포인터로서</a:t>
            </a:r>
            <a:r>
              <a:rPr lang="ko-KR" altLang="en-US" sz="1200" dirty="0"/>
              <a:t> 등록한다</a:t>
            </a:r>
            <a:r>
              <a:rPr lang="en-US" altLang="ko-KR" sz="1200" dirty="0"/>
              <a:t>. </a:t>
            </a:r>
          </a:p>
          <a:p>
            <a:pPr>
              <a:buAutoNum type="arabicPeriod"/>
            </a:pPr>
            <a:r>
              <a:rPr lang="ko-KR" altLang="en-US" sz="1200" dirty="0"/>
              <a:t>해당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시작주소를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멤버변수로서 가지고 있게 한다</a:t>
            </a:r>
            <a:r>
              <a:rPr lang="en-US" altLang="ko-KR" sz="1200" dirty="0"/>
              <a:t>.</a:t>
            </a:r>
          </a:p>
          <a:p>
            <a:pPr>
              <a:buAutoNum type="arabicPeriod"/>
            </a:pPr>
            <a:r>
              <a:rPr lang="ko-KR" altLang="en-US" sz="1200" dirty="0"/>
              <a:t>패킷은 해당 패킷을 핸들링 할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인덱스와 이 패킷의 크기정보로 구성된 </a:t>
            </a:r>
            <a:r>
              <a:rPr lang="en-US" altLang="ko-KR" sz="1200" dirty="0" err="1"/>
              <a:t>PacketHeader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 그리고</a:t>
            </a:r>
            <a:r>
              <a:rPr lang="en-US" altLang="ko-KR" sz="1200" dirty="0"/>
              <a:t> </a:t>
            </a:r>
            <a:r>
              <a:rPr lang="en-US" altLang="ko-KR" sz="1200" dirty="0" err="1"/>
              <a:t>Flatbuffers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패킷의 본체로 구성하였다</a:t>
            </a:r>
            <a:r>
              <a:rPr lang="en-US" altLang="ko-KR" sz="1200" dirty="0"/>
              <a:t>.</a:t>
            </a:r>
          </a:p>
          <a:p>
            <a:pPr>
              <a:buAutoNum type="arabicPeriod"/>
            </a:pPr>
            <a:r>
              <a:rPr lang="ko-KR" altLang="en-US" sz="1200" dirty="0"/>
              <a:t>패킷 하나를 만들고 보낼 때 마다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로 복사하는 오버헤드를 피하기 위해 하나의 패킷을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로 할당하고 이 포인터를 주고받는 방식을 선택하였다</a:t>
            </a:r>
            <a:r>
              <a:rPr lang="en-US" altLang="ko-KR" sz="1200" dirty="0"/>
              <a:t>.</a:t>
            </a:r>
          </a:p>
          <a:p>
            <a:pPr>
              <a:buAutoNum type="arabicPeriod"/>
            </a:pPr>
            <a:r>
              <a:rPr lang="ko-KR" altLang="en-US" sz="1200" dirty="0"/>
              <a:t>이렇게 만들어진 패킷이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에서 도착했을 경우 </a:t>
            </a:r>
            <a:r>
              <a:rPr lang="en-US" altLang="ko-KR" sz="1200" dirty="0"/>
              <a:t>…</a:t>
            </a:r>
          </a:p>
          <a:p>
            <a:pPr marL="0" indent="0">
              <a:buNone/>
            </a:pPr>
            <a:r>
              <a:rPr lang="en-US" altLang="ko-KR" sz="1200" dirty="0"/>
              <a:t> 5 - 1. </a:t>
            </a:r>
            <a:r>
              <a:rPr lang="ko-KR" altLang="en-US" sz="1200" dirty="0"/>
              <a:t>수신된 데이터의 크기가 적어도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를 파싱 할 수는 있는지를 확인한다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 5 - 2. </a:t>
            </a:r>
            <a:r>
              <a:rPr lang="ko-KR" altLang="en-US" sz="1200" dirty="0"/>
              <a:t>수신된 데이터의 크기가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의 크기 이상이라면 데이터를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버퍼의 시작주소를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로 재해석 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 5 - 3. </a:t>
            </a:r>
            <a:r>
              <a:rPr lang="ko-KR" altLang="en-US" sz="1200" dirty="0"/>
              <a:t>수신된 데이터의 크기가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기입된 패킷의 실제 사이즈 이상인지 확인한다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 5 - 4.</a:t>
            </a:r>
            <a:r>
              <a:rPr lang="ko-KR" altLang="en-US" sz="1200" dirty="0"/>
              <a:t> 수신된 데이터의 크기가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기입된 패킷의 실제 사이즈 이상이라면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기입된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인덱스를 참조하여 해당 </a:t>
            </a:r>
            <a:r>
              <a:rPr lang="ko-KR" altLang="en-US" sz="1200" dirty="0" err="1"/>
              <a:t>함수포인터에</a:t>
            </a:r>
            <a:r>
              <a:rPr lang="ko-KR" altLang="en-US" sz="1200" dirty="0"/>
              <a:t> 이 세션의 포인터와 패킷을 매개변수로 하여 호출한다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 5 - 5. </a:t>
            </a:r>
            <a:r>
              <a:rPr lang="ko-KR" altLang="en-US" sz="1200" dirty="0"/>
              <a:t>등록된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내부에서 패킷에 유효하지 않은 값 </a:t>
            </a:r>
            <a:r>
              <a:rPr lang="en-US" altLang="ko-KR" sz="1200" dirty="0"/>
              <a:t>(</a:t>
            </a:r>
            <a:r>
              <a:rPr lang="ko-KR" altLang="en-US" sz="1200" dirty="0"/>
              <a:t>배열의 인덱스를 넘어가거나 갈 수 없는 지역의 좌표 등</a:t>
            </a:r>
            <a:r>
              <a:rPr lang="en-US" altLang="ko-KR" sz="1200" dirty="0"/>
              <a:t>…)</a:t>
            </a:r>
            <a:r>
              <a:rPr lang="ko-KR" altLang="en-US" sz="1200" dirty="0"/>
              <a:t>이 있다면 </a:t>
            </a:r>
            <a:r>
              <a:rPr lang="en-US" altLang="ko-KR" sz="1200" dirty="0"/>
              <a:t>false </a:t>
            </a:r>
            <a:r>
              <a:rPr lang="ko-KR" altLang="en-US" sz="1200" dirty="0"/>
              <a:t>값을 </a:t>
            </a:r>
            <a:r>
              <a:rPr lang="ko-KR" altLang="en-US" sz="1200" dirty="0" err="1"/>
              <a:t>리턴하여</a:t>
            </a:r>
            <a:r>
              <a:rPr lang="ko-KR" altLang="en-US" sz="1200" dirty="0"/>
              <a:t> 문제가 있음을 알린다</a:t>
            </a:r>
            <a:r>
              <a:rPr lang="en-US" altLang="ko-KR" sz="1200" dirty="0"/>
              <a:t>. (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기입된 패킷의 사이즈와 핸들링 할 패킷의 사이즈가 같은 지의 여부도 확인한다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r>
              <a:rPr lang="en-US" altLang="ko-KR" sz="1200" dirty="0"/>
              <a:t>6. </a:t>
            </a:r>
            <a:r>
              <a:rPr lang="ko-KR" altLang="en-US" sz="1200" dirty="0"/>
              <a:t>해당 패킷에 대한 이벤트를 처리 후 아직도 처리할 데이터가 남았다면 </a:t>
            </a:r>
            <a:r>
              <a:rPr lang="en-US" altLang="ko-KR" sz="1200" dirty="0"/>
              <a:t>1</a:t>
            </a:r>
            <a:r>
              <a:rPr lang="ko-KR" altLang="en-US" sz="1200" dirty="0"/>
              <a:t>로 돌아가 위의 과정을 반복한다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위의 방식은 클라이언트의 네트워크 관련 로직에도 거의 동일하게 적용하였다</a:t>
            </a:r>
            <a:r>
              <a:rPr lang="en-US" altLang="ko-KR" sz="1200" dirty="0"/>
              <a:t>.)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574E25-2A25-B1EF-B9BD-5EC13FDB219D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580823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29599"/>
            <a:ext cx="37433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IOCP</a:t>
            </a:r>
            <a:r>
              <a:rPr lang="ko-KR" altLang="en-US" dirty="0"/>
              <a:t>의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807488"/>
            <a:ext cx="9071640" cy="13689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2326505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r>
              <a:rPr lang="en-US" altLang="ko-KR" sz="1200" dirty="0"/>
              <a:t>- </a:t>
            </a: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r>
              <a:rPr lang="en-US" altLang="ko-KR" sz="1200" dirty="0"/>
              <a:t>-</a:t>
            </a:r>
          </a:p>
          <a:p>
            <a:endParaRPr lang="en-US" altLang="ko-KR" sz="1200" dirty="0"/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</a:t>
            </a:r>
            <a:r>
              <a:rPr lang="ko-KR" altLang="en-US" sz="1200" dirty="0" err="1"/>
              <a:t>같은지</a:t>
            </a:r>
            <a:r>
              <a:rPr lang="ko-KR" altLang="en-US" sz="1200" dirty="0"/>
              <a:t> 먼저 검증하도록 한다</a:t>
            </a:r>
            <a:r>
              <a:rPr lang="en-US" altLang="ko-KR" sz="1200"/>
              <a:t>.</a:t>
            </a:r>
            <a:endParaRPr lang="en-US" altLang="ko-KR" sz="1200" dirty="0"/>
          </a:p>
          <a:p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1197</TotalTime>
  <Words>3822</Words>
  <Application>Microsoft Office PowerPoint</Application>
  <PresentationFormat>사용자 지정</PresentationFormat>
  <Paragraphs>293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6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582</cp:revision>
  <dcterms:created xsi:type="dcterms:W3CDTF">2025-08-16T11:18:25Z</dcterms:created>
  <dcterms:modified xsi:type="dcterms:W3CDTF">2025-09-09T10:44:21Z</dcterms:modified>
  <dc:language>ko-KR</dc:language>
</cp:coreProperties>
</file>