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62" r:id="rId36"/>
    <p:sldId id="263" r:id="rId37"/>
    <p:sldId id="264" r:id="rId38"/>
    <p:sldId id="266" r:id="rId39"/>
    <p:sldId id="267" r:id="rId40"/>
    <p:sldId id="268" r:id="rId41"/>
    <p:sldId id="269" r:id="rId42"/>
    <p:sldId id="271" r:id="rId43"/>
    <p:sldId id="272" r:id="rId44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0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127292"/>
              </p:ext>
            </p:extLst>
          </p:nvPr>
        </p:nvGraphicFramePr>
        <p:xfrm>
          <a:off x="4117242" y="138023"/>
          <a:ext cx="5803900" cy="556214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>
                          <a:highlight>
                            <a:srgbClr val="FFFF00"/>
                          </a:highlight>
                        </a:rPr>
                        <a:t>DB</a:t>
                      </a:r>
                      <a:r>
                        <a:rPr lang="ko-KR" altLang="en-US" sz="1100" dirty="0">
                          <a:highlight>
                            <a:srgbClr val="FFFF00"/>
                          </a:highlight>
                        </a:rPr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함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</a:t>
            </a:r>
            <a:r>
              <a:rPr lang="ko-KR" altLang="en-US" sz="1400" b="1" dirty="0" err="1"/>
              <a:t>적용전</a:t>
            </a:r>
            <a:r>
              <a:rPr lang="ko-KR" altLang="en-US" sz="1400" b="1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함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있음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468581"/>
            <a:ext cx="9072562" cy="1125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함</a:t>
            </a:r>
            <a:endParaRPr lang="en-US" altLang="ko-KR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심각해짐</a:t>
            </a:r>
            <a:endParaRPr lang="en-US" altLang="ko-KR" dirty="0"/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함</a:t>
            </a:r>
            <a:endParaRPr lang="en-US" altLang="ko-KR" dirty="0"/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 err="1"/>
              <a:t>락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프리큐는</a:t>
            </a:r>
            <a:r>
              <a:rPr lang="ko-KR" altLang="en-US" sz="1400" dirty="0"/>
              <a:t>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보장됨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</a:t>
            </a:r>
            <a:r>
              <a:rPr lang="ko-KR" altLang="en-US" sz="1400" dirty="0" err="1"/>
              <a:t>신경쓰지</a:t>
            </a:r>
            <a:r>
              <a:rPr lang="ko-KR" altLang="en-US" sz="1400" dirty="0"/>
              <a:t>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 Free</a:t>
            </a:r>
            <a:r>
              <a:rPr lang="ko-KR" altLang="en-US" sz="1400" dirty="0"/>
              <a:t>큐는 찾아서 나오지 않았음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6837" y="1121813"/>
            <a:ext cx="9071640" cy="11451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6981"/>
            <a:ext cx="9071640" cy="304698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r>
              <a:rPr lang="en-US" altLang="ko-KR" dirty="0"/>
              <a:t>,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3. Task vs std::function</a:t>
            </a:r>
          </a:p>
          <a:p>
            <a:pPr marL="0" indent="0">
              <a:buNone/>
            </a:pPr>
            <a:r>
              <a:rPr lang="en-US" altLang="ko-KR" dirty="0"/>
              <a:t>4. Cluster </a:t>
            </a:r>
            <a:r>
              <a:rPr lang="ko-KR" altLang="en-US" dirty="0"/>
              <a:t>공간분할 </a:t>
            </a:r>
            <a:r>
              <a:rPr lang="en-US" altLang="ko-KR" dirty="0"/>
              <a:t>(</a:t>
            </a:r>
            <a:r>
              <a:rPr lang="ko-KR" altLang="en-US" dirty="0"/>
              <a:t>테두리 언급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5. view list + vector hash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638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0060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5010149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1358</TotalTime>
  <Words>4025</Words>
  <Application>Microsoft Office PowerPoint</Application>
  <PresentationFormat>사용자 지정</PresentationFormat>
  <Paragraphs>312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9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성능을 위한 노력</vt:lpstr>
      <vt:lpstr>4.3 졸작 – 성능을 위한 노력</vt:lpstr>
      <vt:lpstr>4.3 졸작 – 성능을 위한 노력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Nai Hoon Jung</cp:lastModifiedBy>
  <cp:revision>639</cp:revision>
  <dcterms:created xsi:type="dcterms:W3CDTF">2025-08-16T11:18:25Z</dcterms:created>
  <dcterms:modified xsi:type="dcterms:W3CDTF">2025-09-10T04:10:35Z</dcterms:modified>
  <dc:language>ko-KR</dc:language>
</cp:coreProperties>
</file>